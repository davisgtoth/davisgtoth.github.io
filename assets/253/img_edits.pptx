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8"/>
  </p:normalViewPr>
  <p:slideViewPr>
    <p:cSldViewPr snapToGrid="0">
      <p:cViewPr>
        <p:scale>
          <a:sx n="114" d="100"/>
          <a:sy n="114" d="100"/>
        </p:scale>
        <p:origin x="3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1A36-61CE-2F61-D1AA-A623A133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5300C-2D3E-C5EA-4E1C-E70F736A0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E3EB3-FFFE-5A8F-75D9-B47EDC46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077F-C95E-1399-EEAB-50404F32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2C539-373D-9D74-8086-C1B131EA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9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3829-D0C5-37DC-FC83-E7681175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6368-EFFA-3A89-C306-1F5C177DE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4DD33-6896-B7AE-E24B-4BCB0030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BE3A5-8480-BA03-37A1-55361B25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0DD91-FF59-6DC7-3412-D3A2A6E7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DC11-0D70-12AF-0E7A-36986507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BE816-47B2-501A-6A13-432EF6D4C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5D5D7-B9AD-FBBC-307E-CCDA128D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620A8-6FCB-5D1B-AC4C-F20DB06B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70D4-9B77-B2F1-3F8B-0ADB701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2DCE-728C-C7D9-C104-F04D841A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5D84-CFFD-BD10-DBA5-8AF160B97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44C5C-D1C0-6D45-0325-777B4612F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5CA5C-E379-D1A1-38A4-F80DCA4E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95CA-F230-E012-A259-CADEFD91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70968-4D12-4056-BFD1-E136AA80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0368-0337-0889-29D2-C90F73137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D0AE9-E83A-E264-F983-D983593EF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23D52-1C0F-D089-1AEF-BB1D97E0E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636FA-BF3A-1ECB-222F-F3D37CFCE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B2ACD-CCF7-1513-9BE0-7C18725B2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0D099-12B0-1C8A-FB09-1BD9C9F49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A51A9-ABE3-CAD3-5373-598C4A94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649FA-7A53-651A-F604-F3FE955E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7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E0F2-2CCB-8C30-6281-C4B4A54D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0B903-AAB8-C884-34C4-C9085AC2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890A9-32B6-B7B0-B37F-837D75B4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8F43A-56A4-A09F-9091-C10653B5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F0D2A-D854-58EA-1109-66C2CD8C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5DA7F-1C08-4035-13E5-556D0989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62A2-A210-73BD-EB02-D2038EE1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0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53F0-0D48-B29B-FB98-1BAFA184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42A4-C42F-8C61-B11B-B034349DF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EAB2F-A5FF-17C5-6C87-D77380D46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50022-F51E-150B-8795-637A39A9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90C1F-A7F6-3C5F-B8EC-BC23DA4B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3EB24-6726-3934-7746-45454573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5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AFD31-0A27-2B1C-36BD-8CB5952D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E5C5A-D43C-9DA1-2687-D9623E5FA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F8A1B-BD09-F5B2-9DBE-07C1BB865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D525D-8AFE-5DAE-B7BF-486A71E5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CE98C-44DE-1C5F-C85F-45C0EEC6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32C58-40E0-6B9C-C410-90840487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3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6BCB-5979-4B81-2029-6F00046B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88FA9-07C1-DAB1-CE6A-5267A4B9B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0E816-8219-9F56-5A32-768C01D0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9FCBD-E9DC-5C02-87DE-0432A729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01F91-9736-6276-6245-8AE27631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4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73BA1-0198-27D4-CF98-9916C1A98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A71B8-1EAE-9110-3B59-F44AD5616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F7F19-22A0-169F-C88E-085BC54B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ABFE4-F235-DC6B-62D5-022CE3D6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16C7-05B0-5F17-0352-62C3F674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9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C36D5-A7D5-D208-D3C5-50DB793A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DE917-12DA-6102-34D9-1091D531C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54FD3-23CC-992D-F9FC-CE17B03E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86CCA-C91E-594B-8FF8-887A2C41FFF3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A0FD6-E407-0FFB-B8A0-B26A401FE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0AEF-BE83-45BF-12E0-5CF058C95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C11A2-91F6-AB48-91FB-359F46FA7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361FA070-0717-B66A-CF85-1FA7658A277B}"/>
              </a:ext>
            </a:extLst>
          </p:cNvPr>
          <p:cNvGrpSpPr/>
          <p:nvPr/>
        </p:nvGrpSpPr>
        <p:grpSpPr>
          <a:xfrm>
            <a:off x="353705" y="850767"/>
            <a:ext cx="7853412" cy="4433340"/>
            <a:chOff x="675861" y="995733"/>
            <a:chExt cx="7853412" cy="443334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11ED954-AF05-C7C6-B106-5EC17133294D}"/>
                </a:ext>
              </a:extLst>
            </p:cNvPr>
            <p:cNvGrpSpPr/>
            <p:nvPr/>
          </p:nvGrpSpPr>
          <p:grpSpPr>
            <a:xfrm>
              <a:off x="675861" y="995733"/>
              <a:ext cx="7853412" cy="4433340"/>
              <a:chOff x="675861" y="995733"/>
              <a:chExt cx="7853412" cy="443334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6CEE3EF-3F6A-E896-5ED5-BE6CDDAC54BB}"/>
                  </a:ext>
                </a:extLst>
              </p:cNvPr>
              <p:cNvGrpSpPr/>
              <p:nvPr/>
            </p:nvGrpSpPr>
            <p:grpSpPr>
              <a:xfrm>
                <a:off x="675861" y="1008189"/>
                <a:ext cx="7853412" cy="4420884"/>
                <a:chOff x="675861" y="1008189"/>
                <a:chExt cx="7853412" cy="4420884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787F2DB7-8CB5-6211-91D6-13FEB50E6727}"/>
                    </a:ext>
                  </a:extLst>
                </p:cNvPr>
                <p:cNvGrpSpPr/>
                <p:nvPr/>
              </p:nvGrpSpPr>
              <p:grpSpPr>
                <a:xfrm>
                  <a:off x="756873" y="1008189"/>
                  <a:ext cx="7772400" cy="4397986"/>
                  <a:chOff x="1744009" y="1101708"/>
                  <a:chExt cx="7772400" cy="4397986"/>
                </a:xfrm>
              </p:grpSpPr>
              <p:pic>
                <p:nvPicPr>
                  <p:cNvPr id="7" name="Picture 6" descr="A diagram of a diagram of a diagram&#10;&#10;AI-generated content may be incorrect.">
                    <a:extLst>
                      <a:ext uri="{FF2B5EF4-FFF2-40B4-BE49-F238E27FC236}">
                        <a16:creationId xmlns:a16="http://schemas.microsoft.com/office/drawing/2014/main" id="{805FA43F-AF05-5800-3E3E-D6C3F09D18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744009" y="1101708"/>
                    <a:ext cx="7772400" cy="4397986"/>
                  </a:xfrm>
                  <a:prstGeom prst="rect">
                    <a:avLst/>
                  </a:prstGeom>
                </p:spPr>
              </p:pic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9A1CE245-E129-3565-9FF3-3A25A9FAF654}"/>
                      </a:ext>
                    </a:extLst>
                  </p:cNvPr>
                  <p:cNvSpPr/>
                  <p:nvPr/>
                </p:nvSpPr>
                <p:spPr>
                  <a:xfrm>
                    <a:off x="5526535" y="1165505"/>
                    <a:ext cx="291511" cy="29307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EF75DDE-323E-8F18-8713-2B99806032E3}"/>
                    </a:ext>
                  </a:extLst>
                </p:cNvPr>
                <p:cNvSpPr/>
                <p:nvPr/>
              </p:nvSpPr>
              <p:spPr>
                <a:xfrm>
                  <a:off x="675861" y="5059741"/>
                  <a:ext cx="974035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1D53EE-39EB-A983-1C65-991065964DF2}"/>
                  </a:ext>
                </a:extLst>
              </p:cNvPr>
              <p:cNvSpPr txBox="1"/>
              <p:nvPr/>
            </p:nvSpPr>
            <p:spPr>
              <a:xfrm>
                <a:off x="807582" y="5025990"/>
                <a:ext cx="1133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9BA777F-78D0-BBD8-154B-050423A519CA}"/>
                  </a:ext>
                </a:extLst>
              </p:cNvPr>
              <p:cNvSpPr txBox="1"/>
              <p:nvPr/>
            </p:nvSpPr>
            <p:spPr>
              <a:xfrm>
                <a:off x="802791" y="995733"/>
                <a:ext cx="1133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START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B9EC522-054F-446E-30C3-71E51E2E9B95}"/>
                </a:ext>
              </a:extLst>
            </p:cNvPr>
            <p:cNvSpPr/>
            <p:nvPr/>
          </p:nvSpPr>
          <p:spPr>
            <a:xfrm>
              <a:off x="4539399" y="5082639"/>
              <a:ext cx="970752" cy="323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476BEB0-12EA-086F-85AB-541F1321F238}"/>
              </a:ext>
            </a:extLst>
          </p:cNvPr>
          <p:cNvGrpSpPr/>
          <p:nvPr/>
        </p:nvGrpSpPr>
        <p:grpSpPr>
          <a:xfrm>
            <a:off x="8619849" y="1220099"/>
            <a:ext cx="3361093" cy="3531612"/>
            <a:chOff x="8610285" y="1274565"/>
            <a:chExt cx="3361093" cy="353161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CCE9167-55F0-9BEA-72CC-0C4C1D82A62B}"/>
                </a:ext>
              </a:extLst>
            </p:cNvPr>
            <p:cNvGrpSpPr/>
            <p:nvPr/>
          </p:nvGrpSpPr>
          <p:grpSpPr>
            <a:xfrm>
              <a:off x="8649922" y="2879625"/>
              <a:ext cx="3321456" cy="371730"/>
              <a:chOff x="5785671" y="6291050"/>
              <a:chExt cx="3321456" cy="371730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FAC344-F69D-10BA-E72D-F990E6231969}"/>
                  </a:ext>
                </a:extLst>
              </p:cNvPr>
              <p:cNvSpPr txBox="1"/>
              <p:nvPr/>
            </p:nvSpPr>
            <p:spPr>
              <a:xfrm>
                <a:off x="6162339" y="6291050"/>
                <a:ext cx="29447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Arch Bridge – Rainbow Road</a:t>
                </a:r>
              </a:p>
            </p:txBody>
          </p:sp>
          <p:pic>
            <p:nvPicPr>
              <p:cNvPr id="52" name="Picture 51" descr="A colorful square with blue border&#10;&#10;AI-generated content may be incorrect.">
                <a:extLst>
                  <a:ext uri="{FF2B5EF4-FFF2-40B4-BE49-F238E27FC236}">
                    <a16:creationId xmlns:a16="http://schemas.microsoft.com/office/drawing/2014/main" id="{3425B77A-B614-4507-9FB1-B0823F261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5671" y="6293447"/>
                <a:ext cx="356597" cy="369333"/>
              </a:xfrm>
              <a:prstGeom prst="rect">
                <a:avLst/>
              </a:prstGeom>
            </p:spPr>
          </p:pic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470E6B6-C8C1-0EDB-7B66-C23A00CABD23}"/>
                </a:ext>
              </a:extLst>
            </p:cNvPr>
            <p:cNvGrpSpPr/>
            <p:nvPr/>
          </p:nvGrpSpPr>
          <p:grpSpPr>
            <a:xfrm>
              <a:off x="8610285" y="1274565"/>
              <a:ext cx="3209268" cy="3531612"/>
              <a:chOff x="8610285" y="1274565"/>
              <a:chExt cx="3209268" cy="353161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1B0F02F-53BC-5F1F-984E-A5FEABAEFF08}"/>
                  </a:ext>
                </a:extLst>
              </p:cNvPr>
              <p:cNvGrpSpPr/>
              <p:nvPr/>
            </p:nvGrpSpPr>
            <p:grpSpPr>
              <a:xfrm>
                <a:off x="8691923" y="1274565"/>
                <a:ext cx="2581960" cy="923330"/>
                <a:chOff x="8691923" y="1274565"/>
                <a:chExt cx="2581960" cy="923330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BF7AE3A0-CE78-D7C4-8643-79F9249496A0}"/>
                    </a:ext>
                  </a:extLst>
                </p:cNvPr>
                <p:cNvSpPr/>
                <p:nvPr/>
              </p:nvSpPr>
              <p:spPr>
                <a:xfrm>
                  <a:off x="8691923" y="1368030"/>
                  <a:ext cx="135082" cy="17664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2122F4C-DE3F-406D-A0E2-0E1EB9D0CE17}"/>
                    </a:ext>
                  </a:extLst>
                </p:cNvPr>
                <p:cNvSpPr/>
                <p:nvPr/>
              </p:nvSpPr>
              <p:spPr>
                <a:xfrm>
                  <a:off x="8691923" y="1633619"/>
                  <a:ext cx="135082" cy="176646"/>
                </a:xfrm>
                <a:prstGeom prst="rect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08AE420-5DDD-B806-3861-999D503C2701}"/>
                    </a:ext>
                  </a:extLst>
                </p:cNvPr>
                <p:cNvSpPr/>
                <p:nvPr/>
              </p:nvSpPr>
              <p:spPr>
                <a:xfrm>
                  <a:off x="8691923" y="1912103"/>
                  <a:ext cx="135082" cy="176646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04FB08-AD85-1BDB-058A-EE0B7D39DC03}"/>
                    </a:ext>
                  </a:extLst>
                </p:cNvPr>
                <p:cNvSpPr txBox="1"/>
                <p:nvPr/>
              </p:nvSpPr>
              <p:spPr>
                <a:xfrm>
                  <a:off x="8827005" y="1274565"/>
                  <a:ext cx="2446878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Item Box</a:t>
                  </a:r>
                </a:p>
                <a:p>
                  <a:r>
                    <a:rPr lang="en-US" dirty="0"/>
                    <a:t>Magnetic Bomb</a:t>
                  </a:r>
                </a:p>
                <a:p>
                  <a:r>
                    <a:rPr lang="en-US" dirty="0"/>
                    <a:t>Coin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7B4E4CB-493C-970D-1684-7AE6A468442B}"/>
                  </a:ext>
                </a:extLst>
              </p:cNvPr>
              <p:cNvGrpSpPr/>
              <p:nvPr/>
            </p:nvGrpSpPr>
            <p:grpSpPr>
              <a:xfrm>
                <a:off x="8691923" y="2155033"/>
                <a:ext cx="2942203" cy="709873"/>
                <a:chOff x="8691923" y="2212696"/>
                <a:chExt cx="2942203" cy="709873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FC9FB84-2C14-7968-A0C4-CA86BB1B16C4}"/>
                    </a:ext>
                  </a:extLst>
                </p:cNvPr>
                <p:cNvSpPr/>
                <p:nvPr/>
              </p:nvSpPr>
              <p:spPr>
                <a:xfrm>
                  <a:off x="8691923" y="2300592"/>
                  <a:ext cx="813818" cy="19354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3810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C30E6E5-D570-7F79-4A6B-D2D3D3976065}"/>
                    </a:ext>
                  </a:extLst>
                </p:cNvPr>
                <p:cNvSpPr/>
                <p:nvPr/>
              </p:nvSpPr>
              <p:spPr>
                <a:xfrm>
                  <a:off x="8691923" y="2675847"/>
                  <a:ext cx="813818" cy="124112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3810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307068E-5EDC-9792-453E-7E43402EDB48}"/>
                    </a:ext>
                  </a:extLst>
                </p:cNvPr>
                <p:cNvSpPr txBox="1"/>
                <p:nvPr/>
              </p:nvSpPr>
              <p:spPr>
                <a:xfrm>
                  <a:off x="9544069" y="2553237"/>
                  <a:ext cx="20900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Archway (12” x 12”)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34B6A5E-D066-EBD4-8BBE-ACA94FEECC4C}"/>
                    </a:ext>
                  </a:extLst>
                </p:cNvPr>
                <p:cNvSpPr txBox="1"/>
                <p:nvPr/>
              </p:nvSpPr>
              <p:spPr>
                <a:xfrm>
                  <a:off x="9544069" y="2212696"/>
                  <a:ext cx="20900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Wall</a:t>
                  </a: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C4365D4-E4E4-4988-73F5-110D97C7EF55}"/>
                  </a:ext>
                </a:extLst>
              </p:cNvPr>
              <p:cNvGrpSpPr/>
              <p:nvPr/>
            </p:nvGrpSpPr>
            <p:grpSpPr>
              <a:xfrm>
                <a:off x="8610285" y="4064241"/>
                <a:ext cx="3209268" cy="741936"/>
                <a:chOff x="8607287" y="4287502"/>
                <a:chExt cx="3209268" cy="741936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2EB4A15-C0A1-A71C-4E89-2F48B3740C40}"/>
                    </a:ext>
                  </a:extLst>
                </p:cNvPr>
                <p:cNvGrpSpPr/>
                <p:nvPr/>
              </p:nvGrpSpPr>
              <p:grpSpPr>
                <a:xfrm>
                  <a:off x="8691923" y="4660106"/>
                  <a:ext cx="2217536" cy="369332"/>
                  <a:chOff x="8238429" y="5958223"/>
                  <a:chExt cx="2217536" cy="36933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7468C7B3-A78C-E654-5290-B7A1709F21F6}"/>
                      </a:ext>
                    </a:extLst>
                  </p:cNvPr>
                  <p:cNvSpPr/>
                  <p:nvPr/>
                </p:nvSpPr>
                <p:spPr>
                  <a:xfrm>
                    <a:off x="8238429" y="5996350"/>
                    <a:ext cx="291511" cy="29307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57144F02-50C4-7AA4-4626-7E965F8A24D2}"/>
                      </a:ext>
                    </a:extLst>
                  </p:cNvPr>
                  <p:cNvSpPr/>
                  <p:nvPr/>
                </p:nvSpPr>
                <p:spPr>
                  <a:xfrm>
                    <a:off x="8953076" y="5996350"/>
                    <a:ext cx="291511" cy="29307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89907F4F-0E87-0D23-5C1A-731F52A41EE0}"/>
                      </a:ext>
                    </a:extLst>
                  </p:cNvPr>
                  <p:cNvSpPr/>
                  <p:nvPr/>
                </p:nvSpPr>
                <p:spPr>
                  <a:xfrm>
                    <a:off x="8384184" y="6106265"/>
                    <a:ext cx="714647" cy="7324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6FB1A7B-50E6-E7B2-E61A-6F44C690F792}"/>
                      </a:ext>
                    </a:extLst>
                  </p:cNvPr>
                  <p:cNvSpPr txBox="1"/>
                  <p:nvPr/>
                </p:nvSpPr>
                <p:spPr>
                  <a:xfrm>
                    <a:off x="9322905" y="5958223"/>
                    <a:ext cx="11330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Zipline</a:t>
                    </a:r>
                  </a:p>
                </p:txBody>
              </p:sp>
            </p:grp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95665FA-299D-9305-DC1F-9D3A405DBBD1}"/>
                    </a:ext>
                  </a:extLst>
                </p:cNvPr>
                <p:cNvSpPr txBox="1"/>
                <p:nvPr/>
              </p:nvSpPr>
              <p:spPr>
                <a:xfrm>
                  <a:off x="9776399" y="4290774"/>
                  <a:ext cx="20401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Rocks and Rubble</a:t>
                  </a:r>
                </a:p>
              </p:txBody>
            </p:sp>
            <p:pic>
              <p:nvPicPr>
                <p:cNvPr id="46" name="Picture 45" descr="A grey and white checkered pattern&#10;&#10;AI-generated content may be incorrect.">
                  <a:extLst>
                    <a:ext uri="{FF2B5EF4-FFF2-40B4-BE49-F238E27FC236}">
                      <a16:creationId xmlns:a16="http://schemas.microsoft.com/office/drawing/2014/main" id="{E60C6748-C37F-9294-1579-F11D029051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5400000">
                  <a:off x="8992099" y="3902690"/>
                  <a:ext cx="364839" cy="1134464"/>
                </a:xfrm>
                <a:prstGeom prst="rect">
                  <a:avLst/>
                </a:prstGeom>
              </p:spPr>
            </p:pic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8998A90-24F4-854D-5F6C-D3B1AD4278DB}"/>
                  </a:ext>
                </a:extLst>
              </p:cNvPr>
              <p:cNvGrpSpPr/>
              <p:nvPr/>
            </p:nvGrpSpPr>
            <p:grpSpPr>
              <a:xfrm>
                <a:off x="8649922" y="3275691"/>
                <a:ext cx="1542381" cy="379272"/>
                <a:chOff x="4708344" y="6016638"/>
                <a:chExt cx="1542381" cy="379272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E075A41-F9D8-07E9-BC70-B8362452637F}"/>
                    </a:ext>
                  </a:extLst>
                </p:cNvPr>
                <p:cNvSpPr txBox="1"/>
                <p:nvPr/>
              </p:nvSpPr>
              <p:spPr>
                <a:xfrm>
                  <a:off x="4971908" y="6026578"/>
                  <a:ext cx="1278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IR Beacon</a:t>
                  </a:r>
                </a:p>
              </p:txBody>
            </p:sp>
            <p:pic>
              <p:nvPicPr>
                <p:cNvPr id="55" name="Picture 54" descr="A blue rectangle with a white circle&#10;&#10;AI-generated content may be incorrect.">
                  <a:extLst>
                    <a:ext uri="{FF2B5EF4-FFF2-40B4-BE49-F238E27FC236}">
                      <a16:creationId xmlns:a16="http://schemas.microsoft.com/office/drawing/2014/main" id="{457BDDB9-C682-188E-3358-3F3BAD2EFE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08344" y="6016638"/>
                  <a:ext cx="283442" cy="369333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C342268-9CEA-EE55-FF6D-B1887E7DD4E6}"/>
                  </a:ext>
                </a:extLst>
              </p:cNvPr>
              <p:cNvGrpSpPr/>
              <p:nvPr/>
            </p:nvGrpSpPr>
            <p:grpSpPr>
              <a:xfrm>
                <a:off x="8662106" y="3684970"/>
                <a:ext cx="2078925" cy="369332"/>
                <a:chOff x="3099882" y="5926519"/>
                <a:chExt cx="2078925" cy="369332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68E2B1F-2110-E025-EF3B-060E5595DFF0}"/>
                    </a:ext>
                  </a:extLst>
                </p:cNvPr>
                <p:cNvSpPr txBox="1"/>
                <p:nvPr/>
              </p:nvSpPr>
              <p:spPr>
                <a:xfrm>
                  <a:off x="3899990" y="5926519"/>
                  <a:ext cx="1278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Finish Line</a:t>
                  </a:r>
                </a:p>
              </p:txBody>
            </p:sp>
            <p:pic>
              <p:nvPicPr>
                <p:cNvPr id="58" name="Picture 57" descr="A black and white checkered pattern&#10;&#10;AI-generated content may be incorrect.">
                  <a:extLst>
                    <a:ext uri="{FF2B5EF4-FFF2-40B4-BE49-F238E27FC236}">
                      <a16:creationId xmlns:a16="http://schemas.microsoft.com/office/drawing/2014/main" id="{2C13B07F-73D1-F113-BBD2-A2CEB37E78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99882" y="5970657"/>
                  <a:ext cx="820979" cy="28105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56456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davisgt@student.ubc.ca</dc:creator>
  <cp:lastModifiedBy>davisgt@student.ubc.ca</cp:lastModifiedBy>
  <cp:revision>1</cp:revision>
  <dcterms:created xsi:type="dcterms:W3CDTF">2026-01-03T07:45:55Z</dcterms:created>
  <dcterms:modified xsi:type="dcterms:W3CDTF">2026-01-03T08:14:14Z</dcterms:modified>
</cp:coreProperties>
</file>